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sldIdLst>
    <p:sldId id="257" r:id="rId2"/>
    <p:sldId id="263" r:id="rId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35517CF1-160F-8841-BB1F-0E8FC0E35AAB}">
          <p14:sldIdLst>
            <p14:sldId id="257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49"/>
  </p:normalViewPr>
  <p:slideViewPr>
    <p:cSldViewPr snapToGrid="0" snapToObjects="1">
      <p:cViewPr varScale="1">
        <p:scale>
          <a:sx n="88" d="100"/>
          <a:sy n="88" d="100"/>
        </p:scale>
        <p:origin x="26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orti, Nicholas" userId="34e7560f-2753-4274-80ff-f908bca9003c" providerId="ADAL" clId="{25629DFE-D272-4539-95BE-EDC9A363A0C7}"/>
    <pc:docChg chg="undo custSel addSld delSld modSld modSection">
      <pc:chgData name="Storti, Nicholas" userId="34e7560f-2753-4274-80ff-f908bca9003c" providerId="ADAL" clId="{25629DFE-D272-4539-95BE-EDC9A363A0C7}" dt="2026-08-11T03:25:30.698" v="323" actId="20577"/>
      <pc:docMkLst>
        <pc:docMk/>
      </pc:docMkLst>
      <pc:sldChg chg="del">
        <pc:chgData name="Storti, Nicholas" userId="34e7560f-2753-4274-80ff-f908bca9003c" providerId="ADAL" clId="{25629DFE-D272-4539-95BE-EDC9A363A0C7}" dt="2026-08-11T03:22:38.507" v="0" actId="47"/>
        <pc:sldMkLst>
          <pc:docMk/>
          <pc:sldMk cId="2894078926" sldId="256"/>
        </pc:sldMkLst>
      </pc:sldChg>
      <pc:sldChg chg="modSp mod">
        <pc:chgData name="Storti, Nicholas" userId="34e7560f-2753-4274-80ff-f908bca9003c" providerId="ADAL" clId="{25629DFE-D272-4539-95BE-EDC9A363A0C7}" dt="2026-08-11T03:24:09.364" v="160" actId="20577"/>
        <pc:sldMkLst>
          <pc:docMk/>
          <pc:sldMk cId="3776999064" sldId="257"/>
        </pc:sldMkLst>
        <pc:spChg chg="mod">
          <ac:chgData name="Storti, Nicholas" userId="34e7560f-2753-4274-80ff-f908bca9003c" providerId="ADAL" clId="{25629DFE-D272-4539-95BE-EDC9A363A0C7}" dt="2026-08-11T03:24:01.208" v="144" actId="20577"/>
          <ac:spMkLst>
            <pc:docMk/>
            <pc:sldMk cId="3776999064" sldId="257"/>
            <ac:spMk id="2" creationId="{9E968DBE-74EE-6E4F-9C1F-CEE112E964E9}"/>
          </ac:spMkLst>
        </pc:spChg>
        <pc:spChg chg="mod">
          <ac:chgData name="Storti, Nicholas" userId="34e7560f-2753-4274-80ff-f908bca9003c" providerId="ADAL" clId="{25629DFE-D272-4539-95BE-EDC9A363A0C7}" dt="2026-08-11T03:24:09.364" v="160" actId="20577"/>
          <ac:spMkLst>
            <pc:docMk/>
            <pc:sldMk cId="3776999064" sldId="257"/>
            <ac:spMk id="3" creationId="{FE2984B3-BACC-5246-A608-71596BE4051B}"/>
          </ac:spMkLst>
        </pc:spChg>
      </pc:sldChg>
      <pc:sldChg chg="new del">
        <pc:chgData name="Storti, Nicholas" userId="34e7560f-2753-4274-80ff-f908bca9003c" providerId="ADAL" clId="{25629DFE-D272-4539-95BE-EDC9A363A0C7}" dt="2026-08-11T03:23:36.524" v="87" actId="680"/>
        <pc:sldMkLst>
          <pc:docMk/>
          <pc:sldMk cId="2621590839" sldId="258"/>
        </pc:sldMkLst>
      </pc:sldChg>
      <pc:sldChg chg="add del">
        <pc:chgData name="Storti, Nicholas" userId="34e7560f-2753-4274-80ff-f908bca9003c" providerId="ADAL" clId="{25629DFE-D272-4539-95BE-EDC9A363A0C7}" dt="2026-08-11T03:23:44.112" v="97" actId="47"/>
        <pc:sldMkLst>
          <pc:docMk/>
          <pc:sldMk cId="827242625" sldId="261"/>
        </pc:sldMkLst>
      </pc:sldChg>
      <pc:sldChg chg="add del">
        <pc:chgData name="Storti, Nicholas" userId="34e7560f-2753-4274-80ff-f908bca9003c" providerId="ADAL" clId="{25629DFE-D272-4539-95BE-EDC9A363A0C7}" dt="2026-08-11T03:23:44.112" v="97" actId="47"/>
        <pc:sldMkLst>
          <pc:docMk/>
          <pc:sldMk cId="3813241684" sldId="262"/>
        </pc:sldMkLst>
      </pc:sldChg>
      <pc:sldChg chg="modSp add del mod">
        <pc:chgData name="Storti, Nicholas" userId="34e7560f-2753-4274-80ff-f908bca9003c" providerId="ADAL" clId="{25629DFE-D272-4539-95BE-EDC9A363A0C7}" dt="2026-08-11T03:25:30.698" v="323" actId="20577"/>
        <pc:sldMkLst>
          <pc:docMk/>
          <pc:sldMk cId="366274869" sldId="263"/>
        </pc:sldMkLst>
        <pc:spChg chg="mod">
          <ac:chgData name="Storti, Nicholas" userId="34e7560f-2753-4274-80ff-f908bca9003c" providerId="ADAL" clId="{25629DFE-D272-4539-95BE-EDC9A363A0C7}" dt="2026-08-11T03:24:15.588" v="168" actId="20577"/>
          <ac:spMkLst>
            <pc:docMk/>
            <pc:sldMk cId="366274869" sldId="263"/>
            <ac:spMk id="2" creationId="{034453F7-D8FD-E742-A0AC-CD694ECCC7F9}"/>
          </ac:spMkLst>
        </pc:spChg>
        <pc:spChg chg="mod">
          <ac:chgData name="Storti, Nicholas" userId="34e7560f-2753-4274-80ff-f908bca9003c" providerId="ADAL" clId="{25629DFE-D272-4539-95BE-EDC9A363A0C7}" dt="2026-08-11T03:25:30.698" v="323" actId="20577"/>
          <ac:spMkLst>
            <pc:docMk/>
            <pc:sldMk cId="366274869" sldId="263"/>
            <ac:spMk id="3" creationId="{5FA6A62E-DAC2-BF46-AFC2-9D2DBB9C983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704A96-59BE-8848-9EFC-C293D9AE41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13100" y="3306949"/>
            <a:ext cx="57658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10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ADEE4E-8735-154D-AFE3-A7B88E77D3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7615" y="5899686"/>
            <a:ext cx="3736770" cy="65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78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333906-9624-524A-A7FD-929CA4FC95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0229" y="5777654"/>
            <a:ext cx="3736770" cy="65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00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13245F-6349-CB47-9FEC-AD94DA37DA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41" y="6388925"/>
            <a:ext cx="1974843" cy="34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08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2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968DBE-74EE-6E4F-9C1F-CEE112E964E9}"/>
              </a:ext>
            </a:extLst>
          </p:cNvPr>
          <p:cNvSpPr txBox="1"/>
          <p:nvPr/>
        </p:nvSpPr>
        <p:spPr>
          <a:xfrm>
            <a:off x="0" y="1836012"/>
            <a:ext cx="1219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ELC 5319 Final Project: LU Factorization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FE2984B3-BACC-5246-A608-71596BE40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790490"/>
            <a:ext cx="1219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400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Nicholas Storti</a:t>
            </a:r>
          </a:p>
        </p:txBody>
      </p:sp>
    </p:spTree>
    <p:extLst>
      <p:ext uri="{BB962C8B-B14F-4D97-AF65-F5344CB8AC3E}">
        <p14:creationId xmlns:p14="http://schemas.microsoft.com/office/powerpoint/2010/main" val="3776999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453F7-D8FD-E742-A0AC-CD694ECCC7F9}"/>
              </a:ext>
            </a:extLst>
          </p:cNvPr>
          <p:cNvSpPr txBox="1">
            <a:spLocks/>
          </p:cNvSpPr>
          <p:nvPr/>
        </p:nvSpPr>
        <p:spPr>
          <a:xfrm>
            <a:off x="3552429" y="696942"/>
            <a:ext cx="7205686" cy="6774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>
                <a:solidFill>
                  <a:srgbClr val="1E482A"/>
                </a:solidFill>
                <a:latin typeface="Calibri" charset="0"/>
                <a:ea typeface="Calibri" charset="0"/>
                <a:cs typeface="Calibri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6A62E-DAC2-BF46-AFC2-9D2DBB9C9834}"/>
              </a:ext>
            </a:extLst>
          </p:cNvPr>
          <p:cNvSpPr txBox="1">
            <a:spLocks/>
          </p:cNvSpPr>
          <p:nvPr/>
        </p:nvSpPr>
        <p:spPr>
          <a:xfrm>
            <a:off x="3552428" y="1506551"/>
            <a:ext cx="5467163" cy="38448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dirty="0">
                <a:ea typeface="ＭＳ Ｐゴシック" charset="-128"/>
              </a:rPr>
              <a:t>Introduction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dirty="0">
                <a:ea typeface="ＭＳ Ｐゴシック" charset="-128"/>
              </a:rPr>
              <a:t>Background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dirty="0">
                <a:ea typeface="ＭＳ Ｐゴシック" charset="-128"/>
              </a:rPr>
              <a:t>Implementations</a:t>
            </a:r>
          </a:p>
          <a:p>
            <a:pPr marL="971550" lvl="1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dirty="0">
                <a:ea typeface="ＭＳ Ｐゴシック" charset="-128"/>
              </a:rPr>
              <a:t>Naïve</a:t>
            </a:r>
          </a:p>
          <a:p>
            <a:pPr marL="971550" lvl="1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dirty="0">
                <a:ea typeface="ＭＳ Ｐゴシック" charset="-128"/>
              </a:rPr>
              <a:t>Block Cyclic</a:t>
            </a:r>
          </a:p>
          <a:p>
            <a:pPr marL="971550" lvl="1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dirty="0">
                <a:ea typeface="ＭＳ Ｐゴシック" charset="-128"/>
              </a:rPr>
              <a:t>Block Cyclic with Shared Memory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dirty="0">
                <a:ea typeface="ＭＳ Ｐゴシック" charset="-128"/>
              </a:rPr>
              <a:t>Results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dirty="0">
                <a:ea typeface="ＭＳ Ｐゴシック" charset="-128"/>
              </a:rPr>
              <a:t>Analysis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dirty="0">
                <a:ea typeface="ＭＳ Ｐゴシック" charset="-128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627486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ewBU_PPT_skyline_green" id="{08FC1250-25C8-5A41-ACC4-4EA742583348}" vid="{37A3679E-F4F7-8847-9C32-E6BD101B97C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BU_Brand_PowerPoint_Skyline_Green</Template>
  <TotalTime>3</TotalTime>
  <Words>24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ＭＳ Ｐゴシック</vt:lpstr>
      <vt:lpstr>Arial</vt:lpstr>
      <vt:lpstr>Calibri</vt:lpstr>
      <vt:lpstr>Default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Storti, Nicholas</dc:creator>
  <cp:lastModifiedBy>Storti, Nicholas</cp:lastModifiedBy>
  <cp:revision>1</cp:revision>
  <dcterms:created xsi:type="dcterms:W3CDTF">2026-08-11T03:21:48Z</dcterms:created>
  <dcterms:modified xsi:type="dcterms:W3CDTF">2026-08-11T03:25:32Z</dcterms:modified>
</cp:coreProperties>
</file>